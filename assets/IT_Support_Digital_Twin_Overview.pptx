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8FAFC"/>
                </a:solidFill>
              </a:rPr>
              <a:t>IT Support Digital 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5661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22D3EE"/>
                </a:solidFill>
              </a:rPr>
              <a:t>An AI-Powered IT Support Agent — Voice &amp; Text, Built with Python + ElevenLabs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334155"/>
                </a:solidFill>
              </a:rPr>
              <a:t>github.com/emran-Automation-Techlead/it-support-digital-twin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8FAFC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•  A fully functional AI-powered IT Support agent named Imran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•  Handles real IT support tasks through both voice and text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•  Text Mode: keyword/pattern-based intent routing, no LLM calls, fully offline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•  Voice Mode: full-duplex conversation via ElevenLabs Conversational AI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•  Built to demonstrate practical AI + automation skills for IT support workflows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8FAFC"/>
                </a:solidFill>
              </a:rPr>
              <a:t>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</a:defRPr>
            </a:pPr>
            <a:r>
              <a:t>•  Password reset — mock AD/LDAP lookup, generates a temp password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</a:defRPr>
            </a:pPr>
            <a:r>
              <a:t>•  Account status &amp; unlock — health summary plus locked-account clearing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</a:defRPr>
            </a:pPr>
            <a:r>
              <a:t>•  VPN / connectivity check — real ping + DNS resolution + VPN adapter scan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</a:defRPr>
            </a:pPr>
            <a:r>
              <a:t>•  Disk cleanup — scans temp directories, deletes on confirmation, reports space reclaimed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</a:defRPr>
            </a:pPr>
            <a:r>
              <a:t>•  Ticket creation — auto-generated IT-YYYYMMDD-XXXX ticket IDs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</a:defRPr>
            </a:pPr>
            <a:r>
              <a:t>•  Guided troubleshooting — no internet, Outlook, slow computer, shared drive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</a:defRPr>
            </a:pPr>
            <a:r>
              <a:t>•  Supervisor-debate triggers — recognizes urgency, repeated issues, security pushback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8FAFC"/>
                </a:solidFill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8FAFC"/>
                </a:solidFill>
                <a:latin typeface="Consolas"/>
              </a:defRPr>
            </a:pPr>
            <a:r>
              <a:t>user</a:t>
            </a:r>
          </a:p>
          <a:p>
            <a:pPr>
              <a:defRPr sz="2000">
                <a:solidFill>
                  <a:srgbClr val="22D3EE"/>
                </a:solidFill>
                <a:latin typeface="Consolas"/>
              </a:defRPr>
            </a:pPr>
            <a:r>
              <a:t>  -&gt; main.py                (entry point, mode selector)</a:t>
            </a:r>
          </a:p>
          <a:p>
            <a:pPr>
              <a:defRPr sz="2000">
                <a:solidFill>
                  <a:srgbClr val="22D3EE"/>
                </a:solidFill>
                <a:latin typeface="Consolas"/>
              </a:defRPr>
            </a:pPr>
            <a:r>
              <a:t>       -&gt; agent.py           (supervisor triggers + intent detection)</a:t>
            </a:r>
          </a:p>
          <a:p>
            <a:pPr>
              <a:defRPr sz="2000">
                <a:solidFill>
                  <a:srgbClr val="22D3EE"/>
                </a:solidFill>
                <a:latin typeface="Consolas"/>
              </a:defRPr>
            </a:pPr>
            <a:r>
              <a:t>            -&gt; actions/*.py  (password, account, vpn, disk, tickets, troubleshoot)</a:t>
            </a:r>
          </a:p>
          <a:p>
            <a:pPr>
              <a:defRPr sz="2000">
                <a:solidFill>
                  <a:srgbClr val="22D3EE"/>
                </a:solidFill>
                <a:latin typeface="Consolas"/>
              </a:defRPr>
            </a:pPr>
            <a:r>
              <a:t>                 -&gt; data_store.py -&gt; data/*.json</a:t>
            </a:r>
          </a:p>
          <a:p>
            <a:pPr>
              <a:defRPr sz="2000">
                <a:solidFill>
                  <a:srgbClr val="22D3EE"/>
                </a:solidFill>
                <a:latin typeface="Consolas"/>
              </a:defRPr>
            </a:pPr>
            <a:r>
              <a:t>            -&gt; logger.py     -&gt; logs/it_support.log</a:t>
            </a:r>
          </a:p>
          <a:p>
            <a:pPr>
              <a:defRPr sz="2000">
                <a:solidFill>
                  <a:srgbClr val="22D3EE"/>
                </a:solidFill>
                <a:latin typeface="Consolas"/>
              </a:defRPr>
            </a:pPr>
            <a:r>
              <a:t>       -&gt; voice/elevenlabs_agent.py (Voice Mode: ElevenLabs widget)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8FAFC"/>
                </a:solidFill>
              </a:rPr>
              <a:t>Voice Agent — "Imran"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•  Powered by ElevenLabs Conversational AI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•  Full-duplex voice conversation, opened via a local web widget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•  Handles the same task set as Text Mode: resets, unlocks, VPN checks, tickets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•  Natural conversation flow with confirmation steps before destructive actions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•  Escalates to a senior technician after 2 failed attempts (configured in Imran's system prompt)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•  No server-side API key required — the widget authenticates with a public agent 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8FAFC"/>
                </a:solidFill>
              </a:rP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•  Python 3.10+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•  ElevenLabs Conversational AI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•  rich — terminal UI (panels, tables, spinners, colors)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•  psutil — system diagnostics (memory, disk, processes)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•  python-dotenv — credential loading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8FAFC"/>
                </a:solidFill>
              </a:rP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•  All credentials loaded from .env — gitignored from the very first commit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•  No API key required for Voice Mode; widget uses a public agent ID only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•  Destructive actions require explicit y/N confirmation before executing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•  Every state-changing action is logged to logs/it_support.log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•  Unrecognized input falls back to ticket creation — nothing is silently dropped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8FAFC"/>
                </a:solidFill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22D3EE"/>
                </a:solidFill>
              </a:rPr>
              <a:t>See Imran in action — password resets, VPN checks, and voice conversation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•  Demo video: assets/videos/imran-voice-agent-demo.mp4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•  Text Mode walkthrough — natural language issue routing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•  Voice Mode walkthrough — live conversation with Imran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8FAFC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22D3EE"/>
                </a:solidFill>
              </a:rPr>
              <a:t>GitHub: github.com/emran-Automation-Techlead/it-support-digital-twin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